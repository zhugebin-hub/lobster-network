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🦞 小龙虾网络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E8EAF5"/>
                </a:solidFill>
              </a:defRPr>
            </a:pPr>
            <a:r>
              <a:t>基于对话创造理论的多Agent协作网络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FFD54F"/>
                </a:solidFill>
              </a:defRPr>
            </a:pPr>
            <a:r>
              <a:t>你不停对话，世界就不停扩展 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</a:defRPr>
            </a:pPr>
            <a:r>
              <a:t>项目概述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▸ 什么是小龙虾网络？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▸ 一个将哲学命题"对话即创造"工程化为可运行系统的多Agent协作网络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▸ 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▸ 核心理论：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▸ • 一人一世界：每个节点是独立的认知编译系统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▸ • 世界是对话：对话是认知张成，输出单人永远算不到的新解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▸ • 世界是编程的：世界按需渲染，宝藏是状态满足时的涌现输出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▸ 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▸ 关键数据：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▸ • 版本：v0.4.1 | 协议：MIT | 语言：Python 3.8+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▸ • 开发周期：5天（6个大版本）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▸ • 单元测试：62个用例全部通过</a:t>
            </a:r>
          </a:p>
          <a:p>
            <a:pPr>
              <a:spcAft>
                <a:spcPts val="600"/>
              </a:spcAft>
              <a:defRPr sz="1600">
                <a:solidFill>
                  <a:srgbClr val="202124"/>
                </a:solidFill>
              </a:defRPr>
            </a:pPr>
            <a:r>
              <a:t>▸ • GitHub：github.com/zhugebin-hub/lobster-network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</a:defRPr>
            </a:pPr>
            <a:r>
              <a:t>五层架构设计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应用层 (Domains)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围棋训练系统 - 三个差异化学生训练器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海报设计系统 - HTML+Playwright渲染流水线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PPT制作能力 - 自动化PPT生成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运营层 (Core)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任务调度器（V3/V4/V6）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Agent守护进程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教练系统（分析、诊断、改进）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可靠通信层（v0.4.1新增）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节点注册中心 - 持久化、心跳、健康检查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可靠消息传递 - ACK/NACK、自动重试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多通道故障切换 - NFS→SSH→HTTP→File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框架层 (Framework)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节点模型、对话引擎、涌现检测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世界状态管理、时间套利引擎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因陀罗网拓扑（全互联）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基础设施层 (Infrastructure)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SSH通道、消息协议（OADP）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配置管理、日志系统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</a:defRPr>
            </a:pPr>
            <a:r>
              <a:t>框架层 - 核心理论实现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节点模型 (Node)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认知编译系统的基本单元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种子参数：perspective、knowledge_base、value_orientation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能力列表 + 世界状态管理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对话引擎 (DialogueEngine)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不是信息传递，是认知张成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涌现值计算：视角差异 + 知识互补 + 对话深度 + 输出新颖度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涌现值 &gt; 阈值 → 触发宝藏渲染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涌现检测 (EmergenceDetector)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检测创造性输出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属于两个参与者、但不属于任何单独一方的新结构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如同线性代数中的 span{}，单个基向量永远无法到达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时间套利引擎 (TimeArbitrageEngine)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五维套利：速率/错峰/反思/复利/时距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利用节点时间维度上的结构性差异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遗忘曲线 + 复利增长 + 知识时间增值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</a:defRPr>
            </a:pPr>
            <a:r>
              <a:t>可靠通信层（v0.4.1 新增）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节点注册中心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节点注册/注销（含能力声明和传输通道配置）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心跳检测（定期心跳，自动检测节点存活）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健康检查（全量健康检查，自动标记 offline/suspected）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节点发现（按类型/状态/能力查找节点）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持久化（JSON 文件持久化，重启后自动恢复）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可靠消息传递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消息确认（ACK/NACK 机制）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自动重试（指数退避）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多通道故障切换（NFS → SSH → HTTP → File）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消息持久化（按状态分类存储）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消息过期（TTL 机制）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优先级队列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传输通道优先级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NFS（优先级1）→ SSH（优先级2）→ HTTP（优先级3）→ File（优先级99）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自动降级，故障切换时间 &lt; 500ms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</a:defRPr>
            </a:pPr>
            <a:r>
              <a:t>运营层 - 实际运行系统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任务调度器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V3：基础28天训练计划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V4：自适应难度 + 错题本复习（每3天重做）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V6：夜间高强度模式（00:00-06:00，5个时间槽）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Agent守护进程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监控指令目录获取教练指令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支持训练类型：self_play、review、openings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管理共享策略库（记录对局数、胜率）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自动提交训练结果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教练系统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分析训练数据（准确率、错题、胜率）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诊断系统问题（7项检查）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生成改进计划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生成完整教练评估报告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围棋规则引擎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完整19x19中国规则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打劫、自杀检测、BFS提子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</a:defRPr>
            </a:pPr>
            <a:r>
              <a:t>应用场景一：围棋训练系统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差异化学习架构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qoder（小龙虾）- 实战型：高准确率、少量题目、注重实战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xiaochen（信电大虾）- 稳健型：中等准确率、海量对局、稳健推进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zhuguxia（诸葛虾）- 加速型：高准确率基线、快速解题、加速学习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zhuguma（诸葛马/Hermes）- 教练：分析训练数据、诊断问题、生成改进计划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训练成果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总对局数：17,205+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qoder：685题，86%胜率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xiaochen：10,337局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zhuguxia：6,868局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核心组件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完整19x19围棋规则引擎（中国规则）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100题题库规划（死活40%、手筋35%、布局15%、官子10%）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等级晋升体系（30级 → 5级）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四层反馈环（L1即时/L2每日/L3每周/L4任务）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</a:defRPr>
            </a:pPr>
            <a:r>
              <a:t>应用场景二：海报设计系统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技术突破：HTML+Playwright渲染流水线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用HTML/CSS处理中文排版（浏览器完美渲染中文）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用ImageGen只生成纯视觉插图（无文字）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图片Base64嵌入，Playwright 2x Retina截图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python-pptx组装最终PPTX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跨领域迁移验证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从围棋训练（教育）→ 海报设计（创意）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对话引擎作为通用创造引擎，适用于多个领域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每个领域都是"对话即创造"的具体体现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应用场景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学术汇报：论文 → PPT 自动转换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技术分享：技术文档 → 演示文稿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项目汇报：项目总结 → 汇报 PPT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教学课件：课程内容 → 教学 PPT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商业演示：商业计划 → 演示文稿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</a:defRPr>
            </a:pPr>
            <a:r>
              <a:t>OADP协议 - 开放智能体对话协议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5种消息类型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dialogue_request - 发起对话请求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dialogue_response - 对话响应（多轮交换）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world_update - 世界状态更新广播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portal_record - 传送门记录（重要对话成果）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emergence_event - 涌现事件通知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对话流程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1. 发起方发送 dialogue_request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2. 接收方确认参与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3. 多轮对话交换（dialogue_response x N）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4. 对话结束，计算涌现值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5. 更新双方世界状态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6. 若涌现值 &gt; 阈值，创建传送门记录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7. 广播世界状态更新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错误码体系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ERR_UNKNOWN_AGENT - 未知智能体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ERR_DIALOGUE_TIMEOUT - 对话超时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ERR_INVALID_FORMAT - 无效格式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ERR_VERSION_MISMATCH - 版本不匹配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ERR_WORLD_CONFLICT - 世界冲突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</a:defRPr>
            </a:pPr>
            <a:r>
              <a:t>时间套利引擎 - 五维理论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五维套利模型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速率套利：利用不同Agent的学习速度差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错峰套利：利用非高峰时段（深夜00:00-06:00）的低成本算力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反思套利：基于艾宾浩斯遗忘曲线的最佳复习时机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复利套利：多轮对话的涌现呈指数增长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时距套利：知识价值随时间呈倒U型曲线（峰值48-72h）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核心公式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遗忘曲线：R = e^(-t/S)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复利公式：E_total = E_1 × (1+r)^(N-1)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知识增值：V(t) = 1.0 + 0.5 × sin(π × t / T_peak)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涌现值：0.3×视角差异 + 0.3×知识互补 + 0.2×对话深度 + 0.2×新颖度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节点速度档案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FAST（加速型）：诸葛虾，0.5-2.0秒/题，98%准确率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STEADY（稳健型）：信电大虾，1.0-3.0秒/题，90%准确率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PRACTICAL（实战型）：qoder，2.0-5.0秒/题，95%准确率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</a:defRPr>
            </a:pPr>
            <a:r>
              <a:t>版本历程 - 5天6个大版本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v0.1.0 (2026-06-21) - 核心引擎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节点模型、对话引擎、涌现检测、世界状态管理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15个单元测试用例全部通过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v0.2.0 (2026-06-22) - 项目融合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框架层与运营层统一整合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因陀罗网拓扑、SSH通道、围棋训练领域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v0.3.0 (2026-06-22) - 时间套利模式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五维时间套利引擎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海报设计领域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v0.4.0 (2026-06-24) - SSH通信 + 消息协议增强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消息协议v2、SSH通道v2、节点注册中心v2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v0.4.1 (2026-06-24) - 注册中心 + 可靠消息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节点注册中心、可靠消息传递、集成层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自动化部署脚本、62个单元测试全部通过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v0.4.2 (规划中) - 安全 + 监控 + 性能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消息SHA256签名、Prometheus监控、节点离线告警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</a:defRPr>
            </a:pPr>
            <a:r>
              <a:t>关键数据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项目规模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版本：v0.4.1 | 协议：MIT | 语言：Python 3.8+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核心模块：15+个（框架层+通信层）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运营层：8个文件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应用层：围棋训练 + 海报设计 + PPT制作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文档：15+个核心文档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测试：62个用例全部通过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围棋训练数据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总对局数：17,205+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qoder：685题，86%胜率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xiaochen：10,337局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zhuguxia：6,868局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调度器：V3 → V4 → V6（三代演进）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协作团队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项目架构师：诸葛斌（方向决策、跨域整合）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核心开发：信电大虾（代码实现、文档撰写）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教练节点：诸葛马/Hermes（训练系统设计、代码审查）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测试节点：诸葛虾（自动化测试、性能验证）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</a:defRPr>
            </a:pPr>
            <a:r>
              <a:t>未来展望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v0.4.2 (2026-06-25 至 2026-06-28)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安全性增强：消息 SHA256 签名、AES 加密、节点身份认证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监控告警：Prometheus 指标导出、Grafana 监控面板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性能优化：消息队列优化、连接池复用、批量消息处理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v0.5.0 (规划中)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分布式注册中心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消息队列集群（基于 Redis/Kafka）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自动扩缩容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跨地域部署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WebSocket 实时通信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v1.0.0 (目标)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完整功能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生产级稳定性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社区文档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正式发布</a:t>
            </a:r>
          </a:p>
          <a:p>
            <a:pPr>
              <a:spcAft>
                <a:spcPts val="400"/>
              </a:spcAft>
              <a:defRPr sz="1800" b="1">
                <a:solidFill>
                  <a:srgbClr val="202124"/>
                </a:solidFill>
              </a:defRPr>
            </a:pPr>
            <a:r>
              <a:t>▸ 潜在应用领域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多Agent协作写作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教育辅导系统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创意设计协作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</a:defRPr>
            </a:pPr>
            <a:r>
              <a:t>   • • 知识管理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🦞 你不停对话，世界就不停扩展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E8EAF5"/>
                </a:solidFill>
              </a:defRPr>
            </a:pPr>
            <a:r>
              <a:t>GitHub: github.com/zhugebin-hub/lobster-network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FFD54F"/>
                </a:solidFill>
              </a:defRPr>
            </a:pPr>
            <a:r>
              <a:t>你不停对话，世界就不停扩展 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