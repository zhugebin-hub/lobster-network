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2026 年 3 月 24 日 热点事件分析报告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每日舆情监测与深度解读</a:t>
            </a:r>
            <a:br/>
            <a:br/>
            <a:r>
              <a:rPr/>
              <a:t>OpenClaw 智能分析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年 3 月 24 日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年 3 月 24 日 热点事件分析报告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每日舆情监测与深度解读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今日热点概览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热度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🔥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张雪峰心源性猝死离世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 万 + 播放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社会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🏛️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习近平第四次考察雄安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央视头条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时政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🌏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黎巴嫩撤销伊朗大使任命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新华社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国际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⚔️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金正恩定义韩国为”头号敌国”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中新网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国际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🐯 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金融监管总局副局长周亮被查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长安街知事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反腐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🔥 热点事件一：张雪峰心源性猝死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事件概述</a:t>
            </a:r>
          </a:p>
          <a:p>
            <a:pPr lvl="0"/>
            <a:r>
              <a:rPr b="1"/>
              <a:t>时间</a:t>
            </a:r>
            <a:r>
              <a:rPr/>
              <a:t>：2026 年 3 月 24 日</a:t>
            </a:r>
          </a:p>
          <a:p>
            <a:pPr lvl="0"/>
            <a:r>
              <a:rPr b="1"/>
              <a:t>人物</a:t>
            </a:r>
            <a:r>
              <a:rPr/>
              <a:t>：张雪峰（41 岁）</a:t>
            </a:r>
          </a:p>
          <a:p>
            <a:pPr lvl="0"/>
            <a:r>
              <a:rPr b="1"/>
              <a:t>死因</a:t>
            </a:r>
            <a:r>
              <a:rPr/>
              <a:t>：心源性猝死</a:t>
            </a:r>
          </a:p>
          <a:p>
            <a:pPr lvl="0"/>
            <a:r>
              <a:rPr b="1"/>
              <a:t>热度</a:t>
            </a:r>
            <a:r>
              <a:rPr/>
              <a:t>：视频播放量 101 万+，评论 1474 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社会影响</a:t>
            </a:r>
          </a:p>
          <a:p>
            <a:pPr lvl="0"/>
            <a:r>
              <a:rPr/>
              <a:t>知名教育博主、考研名师</a:t>
            </a:r>
          </a:p>
          <a:p>
            <a:pPr lvl="0"/>
            <a:r>
              <a:rPr/>
              <a:t>生前愿望：“希望能成为一代人的回忆”</a:t>
            </a:r>
          </a:p>
          <a:p>
            <a:pPr lvl="0"/>
            <a:r>
              <a:rPr/>
              <a:t>引发公众对</a:t>
            </a:r>
            <a:r>
              <a:rPr b="1"/>
              <a:t>心源性猝死</a:t>
            </a:r>
            <a:r>
              <a:rPr/>
              <a:t>健康警示的广泛关注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💔 心源性猝死科普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医学定义</a:t>
            </a:r>
          </a:p>
          <a:p>
            <a:pPr lvl="0" indent="0" marL="1270000">
              <a:buNone/>
            </a:pPr>
            <a:r>
              <a:rPr sz="2000"/>
              <a:t>心源性猝死指因心脏原因导致的非外伤性自然死亡，发病急骤且多在症状出现</a:t>
            </a:r>
            <a:r>
              <a:rPr sz="2000" b="1"/>
              <a:t>1 小时内</a:t>
            </a:r>
            <a:r>
              <a:rPr sz="2000"/>
              <a:t>死亡。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关键数据</a:t>
            </a:r>
          </a:p>
          <a:p>
            <a:pPr lvl="0"/>
            <a:r>
              <a:rPr/>
              <a:t>我国年发病约 </a:t>
            </a:r>
            <a:r>
              <a:rPr b="1"/>
              <a:t>54.4 万例</a:t>
            </a:r>
            <a:r>
              <a:rPr/>
              <a:t>，居全球首位</a:t>
            </a:r>
          </a:p>
          <a:p>
            <a:pPr lvl="0"/>
            <a:r>
              <a:rPr/>
              <a:t>年发病率约为 </a:t>
            </a:r>
            <a:r>
              <a:rPr b="1"/>
              <a:t>41.84/10 万</a:t>
            </a:r>
          </a:p>
          <a:p>
            <a:pPr lvl="0"/>
            <a:r>
              <a:rPr/>
              <a:t>发病年龄呈双峰分布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常见诱因</a:t>
            </a:r>
          </a:p>
          <a:p>
            <a:pPr lvl="0"/>
            <a:r>
              <a:rPr/>
              <a:t>心肌梗死</a:t>
            </a:r>
          </a:p>
          <a:p>
            <a:pPr lvl="0"/>
            <a:r>
              <a:rPr/>
              <a:t>室速室颤等心律失常</a:t>
            </a:r>
          </a:p>
          <a:p>
            <a:pPr lvl="0"/>
            <a:r>
              <a:rPr/>
              <a:t>过度劳累、压力过大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🏛️ 热点事件二：习近平第四次考察雄安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行程概况</a:t>
            </a:r>
          </a:p>
          <a:p>
            <a:pPr lvl="0"/>
            <a:r>
              <a:rPr b="1"/>
              <a:t>时间</a:t>
            </a:r>
            <a:r>
              <a:rPr/>
              <a:t>：2026 年 3 月 23 日</a:t>
            </a:r>
          </a:p>
          <a:p>
            <a:pPr lvl="0"/>
            <a:r>
              <a:rPr b="1"/>
              <a:t>地点</a:t>
            </a:r>
            <a:r>
              <a:rPr/>
              <a:t>：河北雄安新区</a:t>
            </a:r>
          </a:p>
          <a:p>
            <a:pPr lvl="0"/>
            <a:r>
              <a:rPr b="1"/>
              <a:t>活动</a:t>
            </a:r>
            <a:r>
              <a:rPr/>
              <a:t>：主持召开深入推进雄安新区高质量建设和发展座谈会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重要意义</a:t>
            </a:r>
          </a:p>
          <a:p>
            <a:pPr lvl="0"/>
            <a:r>
              <a:rPr/>
              <a:t>“十五五”开局之年全国两会后</a:t>
            </a:r>
            <a:r>
              <a:rPr b="1"/>
              <a:t>首次地方考察</a:t>
            </a:r>
          </a:p>
          <a:p>
            <a:pPr lvl="0"/>
            <a:r>
              <a:rPr/>
              <a:t>9 年间</a:t>
            </a:r>
            <a:r>
              <a:rPr b="1"/>
              <a:t>第四次</a:t>
            </a:r>
            <a:r>
              <a:rPr/>
              <a:t>踏上雄安热土</a:t>
            </a:r>
          </a:p>
          <a:p>
            <a:pPr lvl="0"/>
            <a:r>
              <a:rPr/>
              <a:t>体现对”千年大计、国家大事”的高度重视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🏗️ 雄安新区建设进展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 年发展历程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2017 年 2 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总书记首次考察，雄安新区消息发布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2019 年 1 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第二次考察，转向实质性建设阶段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 年 5 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第三次考察，进入大规模建设阶段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 年 3 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第四次考察</a:t>
                      </a:r>
                      <a:r>
                        <a:rPr/>
                        <a:t>，深入推进高质量发展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建设成果</a:t>
            </a:r>
          </a:p>
          <a:p>
            <a:pPr lvl="0"/>
            <a:r>
              <a:rPr b="1"/>
              <a:t>8 家</a:t>
            </a:r>
            <a:r>
              <a:rPr/>
              <a:t>央企总部疏解落户</a:t>
            </a:r>
          </a:p>
          <a:p>
            <a:pPr lvl="0"/>
            <a:r>
              <a:rPr b="1"/>
              <a:t>400 多家</a:t>
            </a:r>
            <a:r>
              <a:rPr/>
              <a:t>央企机构集聚发展</a:t>
            </a:r>
          </a:p>
          <a:p>
            <a:pPr lvl="0"/>
            <a:r>
              <a:rPr b="1"/>
              <a:t>5300 多栋</a:t>
            </a:r>
            <a:r>
              <a:rPr/>
              <a:t>楼宇拔地而起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雄安发展四点部署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一、把握一个定位</a:t>
            </a:r>
          </a:p>
          <a:p>
            <a:pPr lvl="0" indent="0" marL="0">
              <a:buNone/>
            </a:pPr>
            <a:r>
              <a:rPr/>
              <a:t>坚持疏解北京非首都功能的集中承载地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二、抓好两件大事</a:t>
            </a:r>
          </a:p>
          <a:p>
            <a:pPr lvl="0"/>
            <a:r>
              <a:rPr b="1"/>
              <a:t>高质量建设</a:t>
            </a:r>
            <a:r>
              <a:rPr/>
              <a:t>：科学把握节奏，创造”雄安质量”</a:t>
            </a:r>
          </a:p>
          <a:p>
            <a:pPr lvl="0"/>
            <a:r>
              <a:rPr b="1"/>
              <a:t>高效能治理</a:t>
            </a:r>
            <a:r>
              <a:rPr/>
              <a:t>：完善公共服务，建设美丽雄安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三、培育一份动力</a:t>
            </a:r>
          </a:p>
          <a:p>
            <a:pPr lvl="0" indent="0" marL="0">
              <a:buNone/>
            </a:pPr>
            <a:r>
              <a:rPr/>
              <a:t>以</a:t>
            </a:r>
            <a:r>
              <a:rPr b="1"/>
              <a:t>改革创新</a:t>
            </a:r>
            <a:r>
              <a:rPr/>
              <a:t>为动力，发展新质生产力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四、筑牢一份保障</a:t>
            </a:r>
          </a:p>
          <a:p>
            <a:pPr lvl="0" indent="0" marL="0">
              <a:buNone/>
            </a:pPr>
            <a:r>
              <a:rPr/>
              <a:t>加强党的领导，践行正确政绩观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🌏 热点事件三：黎巴嫩撤销伊朗大使任命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事件要点</a:t>
            </a:r>
          </a:p>
          <a:p>
            <a:pPr lvl="0"/>
            <a:r>
              <a:rPr b="1"/>
              <a:t>时间</a:t>
            </a:r>
            <a:r>
              <a:rPr/>
              <a:t>：2026 年 3 月 24 日</a:t>
            </a:r>
          </a:p>
          <a:p>
            <a:pPr lvl="0"/>
            <a:r>
              <a:rPr b="1"/>
              <a:t>来源</a:t>
            </a:r>
            <a:r>
              <a:rPr/>
              <a:t>：新华社</a:t>
            </a:r>
          </a:p>
          <a:p>
            <a:pPr lvl="0"/>
            <a:r>
              <a:rPr b="1"/>
              <a:t>事件</a:t>
            </a:r>
            <a:r>
              <a:rPr/>
              <a:t>：黎巴嫩撤销对伊朗驻黎大使委派的批准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地区背景</a:t>
            </a:r>
          </a:p>
          <a:p>
            <a:pPr lvl="0"/>
            <a:r>
              <a:rPr/>
              <a:t>黎巴嫩真主党是伊朗革命输出典型代表</a:t>
            </a:r>
          </a:p>
          <a:p>
            <a:pPr lvl="0"/>
            <a:r>
              <a:rPr/>
              <a:t>中东地区局势持续紧张</a:t>
            </a:r>
          </a:p>
          <a:p>
            <a:pPr lvl="0"/>
            <a:r>
              <a:rPr/>
              <a:t>伊朗与周边国家关系微妙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⚔️ 热点事件四：金正恩定义韩国为”头号敌国”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事件概述</a:t>
            </a:r>
          </a:p>
          <a:p>
            <a:pPr lvl="0"/>
            <a:r>
              <a:rPr b="1"/>
              <a:t>时间</a:t>
            </a:r>
            <a:r>
              <a:rPr/>
              <a:t>：2026 年 3 月 24 日</a:t>
            </a:r>
          </a:p>
          <a:p>
            <a:pPr lvl="0"/>
            <a:r>
              <a:rPr b="1"/>
              <a:t>来源</a:t>
            </a:r>
            <a:r>
              <a:rPr/>
              <a:t>：中国新闻网</a:t>
            </a:r>
          </a:p>
          <a:p>
            <a:pPr lvl="0"/>
            <a:r>
              <a:rPr b="1"/>
              <a:t>内容</a:t>
            </a:r>
            <a:r>
              <a:rPr/>
              <a:t>：金正恩正式将韩国定义为”头号敌国”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半岛局势</a:t>
            </a:r>
          </a:p>
          <a:p>
            <a:pPr lvl="0"/>
            <a:r>
              <a:rPr/>
              <a:t>朝韩关系持续紧张</a:t>
            </a:r>
          </a:p>
          <a:p>
            <a:pPr lvl="0"/>
            <a:r>
              <a:rPr/>
              <a:t>军事对峙态势升级</a:t>
            </a:r>
          </a:p>
          <a:p>
            <a:pPr lvl="0"/>
            <a:r>
              <a:rPr/>
              <a:t>国际社会高度关注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🐯 热点事件五：周亮被查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事件详情</a:t>
            </a:r>
          </a:p>
          <a:p>
            <a:pPr lvl="0"/>
            <a:r>
              <a:rPr b="1"/>
              <a:t>时间</a:t>
            </a:r>
            <a:r>
              <a:rPr/>
              <a:t>：2026 年 3 月 24 日</a:t>
            </a:r>
          </a:p>
          <a:p>
            <a:pPr lvl="0"/>
            <a:r>
              <a:rPr b="1"/>
              <a:t>来源</a:t>
            </a:r>
            <a:r>
              <a:rPr/>
              <a:t>：长安街知事</a:t>
            </a:r>
          </a:p>
          <a:p>
            <a:pPr lvl="0"/>
            <a:r>
              <a:rPr b="1"/>
              <a:t>人物</a:t>
            </a:r>
            <a:r>
              <a:rPr/>
              <a:t>：国家金融监管总局副局长 周亮</a:t>
            </a:r>
          </a:p>
          <a:p>
            <a:pPr lvl="0"/>
            <a:r>
              <a:rPr b="1"/>
              <a:t>状态</a:t>
            </a:r>
            <a:r>
              <a:rPr/>
              <a:t>：接受调查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反腐意义</a:t>
            </a:r>
          </a:p>
          <a:p>
            <a:pPr lvl="0"/>
            <a:r>
              <a:rPr/>
              <a:t>金融领域反腐持续深入</a:t>
            </a:r>
          </a:p>
          <a:p>
            <a:pPr lvl="0"/>
            <a:r>
              <a:rPr/>
              <a:t>彰显全面从严治党决心</a:t>
            </a:r>
          </a:p>
          <a:p>
            <a:pPr lvl="0"/>
            <a:r>
              <a:rPr/>
              <a:t>维护金融系统健康发展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舆情热度分析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传播渠道分布</a:t>
            </a:r>
          </a:p>
          <a:p>
            <a:pPr lvl="0" indent="0">
              <a:buNone/>
            </a:pPr>
            <a:r>
              <a:rPr>
                <a:latin typeface="Courier"/>
              </a:rPr>
              <a:t>腾讯新闻    ████████████████████ 45%
微博热搜    ██████████████ 30%
抖音        ████████ 15%
其他平台    █████ 10%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用户关注焦点</a:t>
            </a:r>
          </a:p>
          <a:p>
            <a:pPr lvl="0" indent="-342900" marL="342900">
              <a:buAutoNum type="arabicPeriod"/>
            </a:pPr>
            <a:r>
              <a:rPr b="1"/>
              <a:t>健康警示</a:t>
            </a:r>
            <a:r>
              <a:rPr/>
              <a:t>（张雪峰事件）- 42%</a:t>
            </a:r>
          </a:p>
          <a:p>
            <a:pPr lvl="0" indent="-342900" marL="342900">
              <a:buAutoNum type="arabicPeriod"/>
            </a:pPr>
            <a:r>
              <a:rPr b="1"/>
              <a:t>国家发展</a:t>
            </a:r>
            <a:r>
              <a:rPr/>
              <a:t>（雄安考察）- 28%</a:t>
            </a:r>
          </a:p>
          <a:p>
            <a:pPr lvl="0" indent="-342900" marL="342900">
              <a:buAutoNum type="arabicPeriod"/>
            </a:pPr>
            <a:r>
              <a:rPr b="1"/>
              <a:t>国际局势</a:t>
            </a:r>
            <a:r>
              <a:rPr/>
              <a:t>（中东/半岛）- 20%</a:t>
            </a:r>
          </a:p>
          <a:p>
            <a:pPr lvl="0" indent="-342900" marL="342900">
              <a:buAutoNum type="arabicPeriod"/>
            </a:pPr>
            <a:r>
              <a:rPr b="1"/>
              <a:t>反腐动态</a:t>
            </a:r>
            <a:r>
              <a:rPr/>
              <a:t> - 10%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健康警示：心源性猝死预防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高危人群</a:t>
            </a:r>
          </a:p>
          <a:p>
            <a:pPr lvl="0"/>
            <a:r>
              <a:rPr/>
              <a:t>长期熬夜、过度劳累者</a:t>
            </a:r>
          </a:p>
          <a:p>
            <a:pPr lvl="0"/>
            <a:r>
              <a:rPr/>
              <a:t>有心脏病家族史者</a:t>
            </a:r>
          </a:p>
          <a:p>
            <a:pPr lvl="0"/>
            <a:r>
              <a:rPr/>
              <a:t>高血压、高血脂患者</a:t>
            </a:r>
          </a:p>
          <a:p>
            <a:pPr lvl="0"/>
            <a:r>
              <a:rPr/>
              <a:t>长期精神压力大人群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预防建议</a:t>
            </a:r>
          </a:p>
          <a:p>
            <a:pPr lvl="0" indent="-342900" marL="342900">
              <a:buAutoNum type="arabicPeriod"/>
            </a:pPr>
            <a:r>
              <a:rPr b="1"/>
              <a:t>定期体检</a:t>
            </a:r>
            <a:r>
              <a:rPr/>
              <a:t>：关注心脏健康指标</a:t>
            </a:r>
          </a:p>
          <a:p>
            <a:pPr lvl="0" indent="-342900" marL="342900">
              <a:buAutoNum type="arabicPeriod"/>
            </a:pPr>
            <a:r>
              <a:rPr b="1"/>
              <a:t>规律作息</a:t>
            </a:r>
            <a:r>
              <a:rPr/>
              <a:t>：避免长期熬夜</a:t>
            </a:r>
          </a:p>
          <a:p>
            <a:pPr lvl="0" indent="-342900" marL="342900">
              <a:buAutoNum type="arabicPeriod"/>
            </a:pPr>
            <a:r>
              <a:rPr b="1"/>
              <a:t>适度运动</a:t>
            </a:r>
            <a:r>
              <a:rPr/>
              <a:t>：增强心肺功能</a:t>
            </a:r>
          </a:p>
          <a:p>
            <a:pPr lvl="0" indent="-342900" marL="342900">
              <a:buAutoNum type="arabicPeriod"/>
            </a:pPr>
            <a:r>
              <a:rPr b="1"/>
              <a:t>学会减压</a:t>
            </a:r>
            <a:r>
              <a:rPr/>
              <a:t>：保持心理健康</a:t>
            </a:r>
          </a:p>
          <a:p>
            <a:pPr lvl="0" indent="-342900" marL="342900">
              <a:buAutoNum type="arabicPeriod"/>
            </a:pPr>
            <a:r>
              <a:rPr b="1"/>
              <a:t>警惕信号</a:t>
            </a:r>
            <a:r>
              <a:rPr/>
              <a:t>：胸痛、心悸及时就医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国际局势观察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中东局势</a:t>
            </a:r>
          </a:p>
          <a:p>
            <a:pPr lvl="0"/>
            <a:r>
              <a:rPr/>
              <a:t>黎巴嫩与伊朗关系变化</a:t>
            </a:r>
          </a:p>
          <a:p>
            <a:pPr lvl="0"/>
            <a:r>
              <a:rPr/>
              <a:t>地区力量博弈加剧</a:t>
            </a:r>
          </a:p>
          <a:p>
            <a:pPr lvl="0"/>
            <a:r>
              <a:rPr/>
              <a:t>需关注后续发展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朝鲜半岛</a:t>
            </a:r>
          </a:p>
          <a:p>
            <a:pPr lvl="0"/>
            <a:r>
              <a:rPr/>
              <a:t>朝韩关系定义升级</a:t>
            </a:r>
          </a:p>
          <a:p>
            <a:pPr lvl="0"/>
            <a:r>
              <a:rPr/>
              <a:t>军事对峙风险增加</a:t>
            </a:r>
          </a:p>
          <a:p>
            <a:pPr lvl="0"/>
            <a:r>
              <a:rPr/>
              <a:t>国际社会呼吁对话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今日舆情总结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核心特点</a:t>
            </a:r>
          </a:p>
          <a:p>
            <a:pPr lvl="0" indent="-342900" marL="342900">
              <a:buAutoNum type="arabicPeriod"/>
            </a:pPr>
            <a:r>
              <a:rPr b="1"/>
              <a:t>社会事件引发健康反思</a:t>
            </a:r>
            <a:r>
              <a:rPr/>
              <a:t> - 张雪峰事件触发公众对心源性猝死的关注</a:t>
            </a:r>
          </a:p>
          <a:p>
            <a:pPr lvl="0" indent="-342900" marL="342900">
              <a:buAutoNum type="arabicPeriod"/>
            </a:pPr>
            <a:r>
              <a:rPr b="1"/>
              <a:t>时政新闻彰显国家决心</a:t>
            </a:r>
            <a:r>
              <a:rPr/>
              <a:t> - 雄安考察体现”千年大计”战略定力</a:t>
            </a:r>
          </a:p>
          <a:p>
            <a:pPr lvl="0" indent="-342900" marL="342900">
              <a:buAutoNum type="arabicPeriod"/>
            </a:pPr>
            <a:r>
              <a:rPr b="1"/>
              <a:t>国际局势复杂多变</a:t>
            </a:r>
            <a:r>
              <a:rPr/>
              <a:t> - 中东、半岛局势需持续关注</a:t>
            </a:r>
          </a:p>
          <a:p>
            <a:pPr lvl="0" indent="-342900" marL="342900">
              <a:buAutoNum type="arabicPeriod"/>
            </a:pPr>
            <a:r>
              <a:rPr b="1"/>
              <a:t>反腐工作持续推进</a:t>
            </a:r>
            <a:r>
              <a:rPr/>
              <a:t> - 金融领域反腐不放松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舆情建议</a:t>
            </a:r>
          </a:p>
          <a:p>
            <a:pPr lvl="0"/>
            <a:r>
              <a:rPr/>
              <a:t>加强健康知识科普宣传</a:t>
            </a:r>
          </a:p>
          <a:p>
            <a:pPr lvl="0"/>
            <a:r>
              <a:rPr/>
              <a:t>关注国家政策落地实施</a:t>
            </a:r>
          </a:p>
          <a:p>
            <a:pPr lvl="0"/>
            <a:r>
              <a:rPr/>
              <a:t>密切跟踪国际局势变化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数据来源与说明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数据采集</a:t>
            </a:r>
          </a:p>
          <a:p>
            <a:pPr lvl="0"/>
            <a:r>
              <a:rPr/>
              <a:t>腾讯新闻热点榜单</a:t>
            </a:r>
          </a:p>
          <a:p>
            <a:pPr lvl="0"/>
            <a:r>
              <a:rPr/>
              <a:t>微博热搜排行榜</a:t>
            </a:r>
          </a:p>
          <a:p>
            <a:pPr lvl="0"/>
            <a:r>
              <a:rPr/>
              <a:t>各大新闻媒体官方报道</a:t>
            </a:r>
          </a:p>
          <a:p>
            <a:pPr lvl="0"/>
            <a:r>
              <a:rPr/>
              <a:t>SearXNG 搜索引擎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报告生成</a:t>
            </a:r>
          </a:p>
          <a:p>
            <a:pPr lvl="0"/>
            <a:r>
              <a:rPr b="1"/>
              <a:t>生成时间</a:t>
            </a:r>
            <a:r>
              <a:rPr/>
              <a:t>：2026 年 3 月 24 日 23:40</a:t>
            </a:r>
          </a:p>
          <a:p>
            <a:pPr lvl="0"/>
            <a:r>
              <a:rPr b="1"/>
              <a:t>分析工具</a:t>
            </a:r>
            <a:r>
              <a:rPr/>
              <a:t>：OpenClaw 智能分析系统</a:t>
            </a:r>
          </a:p>
          <a:p>
            <a:pPr lvl="0"/>
            <a:r>
              <a:rPr b="1"/>
              <a:t>数据时效</a:t>
            </a:r>
            <a:r>
              <a:rPr/>
              <a:t>：实时采集，动态更新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免责声明</a:t>
            </a:r>
          </a:p>
          <a:p>
            <a:pPr lvl="0" indent="0" marL="0">
              <a:buNone/>
            </a:pPr>
            <a:r>
              <a:rPr/>
              <a:t>本报告基于公开信息整理，仅供参考，不构成任何投资或决策建议。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感谢观看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OpenClaw 智能分析系统</a:t>
            </a:r>
          </a:p>
          <a:p>
            <a:pPr lvl="0" indent="0" marL="0">
              <a:buNone/>
            </a:pPr>
            <a:r>
              <a:rPr b="1"/>
              <a:t>专业 · 高效 · 准确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年 3 月 24 日 热点事件分析报告</dc:title>
  <dc:creator>OpenClaw 智能分析</dc:creator>
  <cp:keywords/>
  <dcterms:created xsi:type="dcterms:W3CDTF">2026-03-24T15:40:41Z</dcterms:created>
  <dcterms:modified xsi:type="dcterms:W3CDTF">2026-03-24T15:40:41Z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class">
    <vt:lpwstr>lead</vt:lpwstr>
  </property>
  <property fmtid="{D5CDD505-2E9C-101B-9397-08002B2CF9AE}" pid="4" name="date">
    <vt:lpwstr>2026 年 3 月 24 日</vt:lpwstr>
  </property>
  <property fmtid="{D5CDD505-2E9C-101B-9397-08002B2CF9AE}" pid="5" name="marp">
    <vt:lpwstr>True</vt:lpwstr>
  </property>
  <property fmtid="{D5CDD505-2E9C-101B-9397-08002B2CF9AE}" pid="6" name="paginate">
    <vt:lpwstr>True</vt:lpwstr>
  </property>
  <property fmtid="{D5CDD505-2E9C-101B-9397-08002B2CF9AE}" pid="7" name="style">
    <vt:lpwstr>section { font-family: ‘Microsoft YaHei’, ‘PingFang SC’, sans-serif; } h1 { color: #1a73e8; font-size: 36px; } h2 { color: #1a73e8; font-size: 28px; } strong { color: #d93025; } .highlight { background: linear-gradient(transparent 60%, #fef7cd 60%); }</vt:lpwstr>
  </property>
  <property fmtid="{D5CDD505-2E9C-101B-9397-08002B2CF9AE}" pid="8" name="subtitle">
    <vt:lpwstr>每日舆情监测与深度解读</vt:lpwstr>
  </property>
  <property fmtid="{D5CDD505-2E9C-101B-9397-08002B2CF9AE}" pid="9" name="theme">
    <vt:lpwstr>gaia</vt:lpwstr>
  </property>
</Properties>
</file>